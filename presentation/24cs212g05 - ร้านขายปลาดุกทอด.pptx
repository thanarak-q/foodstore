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8229600" cx="14630400"/>
  <p:notesSz cx="8229600" cy="14630400"/>
  <p:embeddedFontLst>
    <p:embeddedFont>
      <p:font typeface="Fustat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font" Target="fonts/Fustat-bold.fntdata"/><Relationship Id="rId12" Type="http://schemas.openxmlformats.org/officeDocument/2006/relationships/slide" Target="slides/slide8.xml"/><Relationship Id="rId23" Type="http://schemas.openxmlformats.org/officeDocument/2006/relationships/font" Target="fonts/Fust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3c28835dc8_49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3c28835dc8_49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3c28835dc8_49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2a4ea138e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2a4ea138e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32a4ea138e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28718a58f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28718a58f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328718a58f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28718a58f_2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28718a58f_2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328718a58f_2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2a4ea138e_8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2a4ea138e_8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32a4ea138e_8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28718a58f_3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28718a58f_3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328718a58f_3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28718a58f_3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328718a58f_3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328718a58f_3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28718a58f_3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28718a58f_3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328718a58f_3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28718a58f_3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28718a58f_3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328718a58f_3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28718a58f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28718a58f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328718a58f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28718a58f_2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28718a58f_2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328718a58f_2_1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28718a58f_18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28718a58f_18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328718a58f_18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c28835dc8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c28835dc8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3c28835dc8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c28835dc8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c28835dc8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3c28835dc8_1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c28835dc8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c28835dc8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3c28835dc8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c28835dc8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3c28835dc8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3c28835dc8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c28835dc8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c28835dc8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3c28835dc8_1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c28835dc8_49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3c28835dc8_49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3c28835dc8_49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jp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/>
        </p:nvSpPr>
        <p:spPr>
          <a:xfrm>
            <a:off x="380175" y="490625"/>
            <a:ext cx="76929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latin typeface="Fustat"/>
                <a:ea typeface="Fustat"/>
                <a:cs typeface="Fustat"/>
                <a:sym typeface="Fustat"/>
              </a:rPr>
              <a:t>Food Ordering Application :</a:t>
            </a:r>
            <a:endParaRPr b="1" sz="38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latin typeface="Fustat"/>
                <a:ea typeface="Fustat"/>
                <a:cs typeface="Fustat"/>
                <a:sym typeface="Fustat"/>
              </a:rPr>
              <a:t>Complete system for restaurants</a:t>
            </a:r>
            <a:endParaRPr b="1" sz="3800">
              <a:latin typeface="Fustat"/>
              <a:ea typeface="Fustat"/>
              <a:cs typeface="Fustat"/>
              <a:sym typeface="Fustat"/>
            </a:endParaRPr>
          </a:p>
        </p:txBody>
      </p:sp>
      <p:pic>
        <p:nvPicPr>
          <p:cNvPr id="58" name="Google Shape;5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8425" y="0"/>
            <a:ext cx="6057900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/>
        </p:nvSpPr>
        <p:spPr>
          <a:xfrm>
            <a:off x="444625" y="1914275"/>
            <a:ext cx="5779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Fustat"/>
                <a:ea typeface="Fustat"/>
                <a:cs typeface="Fustat"/>
                <a:sym typeface="Fustat"/>
              </a:rPr>
              <a:t>ระบบสั่งอาหารที่ออกแบบด้วยความเข้าใจง่ายและทันสมัย </a:t>
            </a:r>
            <a:endParaRPr sz="2000"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80175" y="2841725"/>
            <a:ext cx="1500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Fustat"/>
                <a:ea typeface="Fustat"/>
                <a:cs typeface="Fustat"/>
                <a:sym typeface="Fustat"/>
              </a:rPr>
              <a:t>กลุ่มที่ 5</a:t>
            </a:r>
            <a:endParaRPr b="1" sz="2300"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80175" y="3394725"/>
            <a:ext cx="7692900" cy="43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กฤตภาส เกตุกำเนิด 6</a:t>
            </a: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605</a:t>
            </a: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10634 </a:t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0000"/>
                </a:solidFill>
                <a:latin typeface="Fustat"/>
                <a:ea typeface="Fustat"/>
                <a:cs typeface="Fustat"/>
                <a:sym typeface="Fustat"/>
              </a:rPr>
              <a:t>Role</a:t>
            </a: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: UX/UI / Sup Frontend</a:t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ทิวัตถ์ ทาจุมปู 660510652</a:t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0000"/>
                </a:solidFill>
                <a:latin typeface="Fustat"/>
                <a:ea typeface="Fustat"/>
                <a:cs typeface="Fustat"/>
                <a:sym typeface="Fustat"/>
              </a:rPr>
              <a:t>Role</a:t>
            </a: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: </a:t>
            </a:r>
            <a:r>
              <a:rPr lang="en-US" sz="23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Backend</a:t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ธนารักษ์ กันยาประสิทธิ์ 660510655</a:t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	</a:t>
            </a:r>
            <a:r>
              <a:rPr lang="en-US" sz="2300">
                <a:solidFill>
                  <a:srgbClr val="FF0000"/>
                </a:solidFill>
                <a:latin typeface="Fustat"/>
                <a:ea typeface="Fustat"/>
                <a:cs typeface="Fustat"/>
                <a:sym typeface="Fustat"/>
              </a:rPr>
              <a:t>Role</a:t>
            </a: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: </a:t>
            </a:r>
            <a:r>
              <a:rPr lang="en-US" sz="23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Project Manager / Sup Frontend / Sup Backend</a:t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ทิชานนท์ รตนแสนวัน 660510702</a:t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	</a:t>
            </a:r>
            <a:r>
              <a:rPr lang="en-US" sz="2300">
                <a:solidFill>
                  <a:srgbClr val="FF0000"/>
                </a:solidFill>
                <a:latin typeface="Fustat"/>
                <a:ea typeface="Fustat"/>
                <a:cs typeface="Fustat"/>
                <a:sym typeface="Fustat"/>
              </a:rPr>
              <a:t>Role</a:t>
            </a: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: </a:t>
            </a:r>
            <a:r>
              <a:rPr lang="en-US" sz="23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Frontend / Sup Backend / Github Manager</a:t>
            </a:r>
            <a:endParaRPr sz="2300">
              <a:latin typeface="Fustat"/>
              <a:ea typeface="Fustat"/>
              <a:cs typeface="Fustat"/>
              <a:sym typeface="Fust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6476175" y="490625"/>
            <a:ext cx="34440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Fustat"/>
                <a:ea typeface="Fustat"/>
                <a:cs typeface="Fustat"/>
                <a:sym typeface="Fustat"/>
              </a:rPr>
              <a:t>Searched Library</a:t>
            </a:r>
            <a:endParaRPr b="1" sz="3000"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6693025" y="1457075"/>
            <a:ext cx="5779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628575" y="2384525"/>
            <a:ext cx="1500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6693025" y="1316200"/>
            <a:ext cx="7692900" cy="6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Fustat"/>
                <a:ea typeface="Fustat"/>
                <a:cs typeface="Fustat"/>
                <a:sym typeface="Fustat"/>
              </a:rPr>
              <a:t>Tech Stack:</a:t>
            </a:r>
            <a:endParaRPr b="1" sz="23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	</a:t>
            </a:r>
            <a:r>
              <a:rPr b="1" lang="en-US" sz="2300">
                <a:latin typeface="Fustat"/>
                <a:ea typeface="Fustat"/>
                <a:cs typeface="Fustat"/>
                <a:sym typeface="Fustat"/>
              </a:rPr>
              <a:t>Frontend </a:t>
            </a: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: </a:t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HTML, CSS, Bootstrap, </a:t>
            </a: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JavaScript</a:t>
            </a: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, Bulma, jQuery</a:t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	</a:t>
            </a:r>
            <a:r>
              <a:rPr b="1" lang="en-US" sz="2300">
                <a:latin typeface="Fustat"/>
                <a:ea typeface="Fustat"/>
                <a:cs typeface="Fustat"/>
                <a:sym typeface="Fustat"/>
              </a:rPr>
              <a:t>Backend </a:t>
            </a: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: </a:t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Flask, Gunicorn, PostgreSQL,Ngrok</a:t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Fustat"/>
                <a:ea typeface="Fustat"/>
                <a:cs typeface="Fustat"/>
                <a:sym typeface="Fustat"/>
              </a:rPr>
              <a:t>Library ที่ศึกษามา:</a:t>
            </a:r>
            <a:endParaRPr b="1" sz="2300">
              <a:latin typeface="Fustat"/>
              <a:ea typeface="Fustat"/>
              <a:cs typeface="Fustat"/>
              <a:sym typeface="Fust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chart.js, JS PDF, qrcode, wrap, PyJWT, Promptpay</a:t>
            </a:r>
            <a:r>
              <a:rPr lang="en-US" sz="2300">
                <a:latin typeface="Fustat"/>
                <a:ea typeface="Fustat"/>
                <a:cs typeface="Fustat"/>
                <a:sym typeface="Fustat"/>
              </a:rPr>
              <a:t> </a:t>
            </a:r>
            <a:endParaRPr sz="2300"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8930300" y="517207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-3150" r="3149" t="0"/>
          <a:stretch/>
        </p:blipFill>
        <p:spPr>
          <a:xfrm>
            <a:off x="-5794175" y="0"/>
            <a:ext cx="12118774" cy="822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392925" y="435650"/>
            <a:ext cx="21579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Fustat"/>
                <a:ea typeface="Fustat"/>
                <a:cs typeface="Fustat"/>
                <a:sym typeface="Fustat"/>
              </a:rPr>
              <a:t>Objective</a:t>
            </a:r>
            <a:endParaRPr b="1" sz="3000"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682050" y="1404725"/>
            <a:ext cx="7317600" cy="6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Client Side:</a:t>
            </a:r>
            <a:endParaRPr b="1" sz="25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เพิ่มความสะดวกสบายของลูกค้า:</a:t>
            </a:r>
            <a:r>
              <a:rPr lang="en-US" sz="20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 ช่วยให้ลูกค้าสามารถสั่งอาหารหรือเครื่องดื่มจากโต๊ะของตนเองโดยไม่ต้องรอพนักงาน</a:t>
            </a:r>
            <a:endParaRPr sz="20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Restaurant Side:</a:t>
            </a:r>
            <a:endParaRPr b="1" sz="25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เพื่อความสะดวกสบายของพนักงาน</a:t>
            </a:r>
            <a:r>
              <a:rPr lang="en-US" sz="20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: ช่วยให้พนักงานร้านอาหารภายในร้านอาหารเช่น เชฟ พนักงานเสิร์ฟ ผู้จัดการร้าร ฯ สามารถทำงานได้สะดวกมากยิ่งขึ้น</a:t>
            </a:r>
            <a:endParaRPr sz="20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เพิ่มความถูกต้องในการทำงาน: </a:t>
            </a:r>
            <a:r>
              <a:rPr lang="en-US" sz="20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เนื่องจากมีตัวแอพมาช่วยจัดการการทำงานยิบย่อย จึงลดการทำงานที่ผิดพลาดของพนักงานลง</a:t>
            </a:r>
            <a:endParaRPr sz="20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0094250" y="269612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27959" r="0" t="0"/>
          <a:stretch/>
        </p:blipFill>
        <p:spPr>
          <a:xfrm>
            <a:off x="8619576" y="0"/>
            <a:ext cx="8830223" cy="8229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380175" y="-3450875"/>
            <a:ext cx="76929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latin typeface="Fustat"/>
                <a:ea typeface="Fustat"/>
                <a:cs typeface="Fustat"/>
                <a:sym typeface="Fustat"/>
              </a:rPr>
              <a:t>Food Ordering Application :</a:t>
            </a:r>
            <a:endParaRPr b="1" sz="38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latin typeface="Fustat"/>
                <a:ea typeface="Fustat"/>
                <a:cs typeface="Fustat"/>
                <a:sym typeface="Fustat"/>
              </a:rPr>
              <a:t>Complete system for restaurants</a:t>
            </a:r>
            <a:endParaRPr b="1" sz="3800">
              <a:latin typeface="Fustat"/>
              <a:ea typeface="Fustat"/>
              <a:cs typeface="Fustat"/>
              <a:sym typeface="Fustat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9425" y="0"/>
            <a:ext cx="6057900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380175" y="-2209875"/>
            <a:ext cx="71337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Fustat"/>
                <a:ea typeface="Fustat"/>
                <a:cs typeface="Fustat"/>
                <a:sym typeface="Fustat"/>
              </a:rPr>
              <a:t>ระบบสั่งอาหารที่ออกแบบด้วยความเข้าใจง่ายและทันสมัย</a:t>
            </a:r>
            <a:endParaRPr sz="2500"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582700" y="537875"/>
            <a:ext cx="23757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latin typeface="Fustat"/>
                <a:ea typeface="Fustat"/>
                <a:cs typeface="Fustat"/>
                <a:sym typeface="Fustat"/>
              </a:rPr>
              <a:t>Overview</a:t>
            </a:r>
            <a:endParaRPr b="1" sz="3800">
              <a:latin typeface="Fustat"/>
              <a:ea typeface="Fustat"/>
              <a:cs typeface="Fustat"/>
              <a:sym typeface="Fustat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92469" y="2765021"/>
            <a:ext cx="1649793" cy="1649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938" y="2765009"/>
            <a:ext cx="1649793" cy="1649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6540" y="2765000"/>
            <a:ext cx="1700047" cy="17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102004" y="2765000"/>
            <a:ext cx="1700050" cy="17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94666" y="2765011"/>
            <a:ext cx="1649793" cy="164979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928688" y="4749800"/>
            <a:ext cx="142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Fustat"/>
                <a:ea typeface="Fustat"/>
                <a:cs typeface="Fustat"/>
                <a:sym typeface="Fustat"/>
              </a:rPr>
              <a:t>Clients</a:t>
            </a:r>
            <a:endParaRPr b="1" sz="2800"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3908400" y="4749800"/>
            <a:ext cx="142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Fustat"/>
                <a:ea typeface="Fustat"/>
                <a:cs typeface="Fustat"/>
                <a:sym typeface="Fustat"/>
              </a:rPr>
              <a:t>Waiter</a:t>
            </a:r>
            <a:endParaRPr b="1" sz="2800"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795425" y="4813300"/>
            <a:ext cx="1649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Fustat"/>
                <a:ea typeface="Fustat"/>
                <a:cs typeface="Fustat"/>
                <a:sym typeface="Fustat"/>
              </a:rPr>
              <a:t>Cooking</a:t>
            </a:r>
            <a:endParaRPr b="1" sz="2800"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9492463" y="4813300"/>
            <a:ext cx="142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Fustat"/>
                <a:ea typeface="Fustat"/>
                <a:cs typeface="Fustat"/>
                <a:sym typeface="Fustat"/>
              </a:rPr>
              <a:t>Admin</a:t>
            </a:r>
            <a:endParaRPr b="1" sz="2800"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12240850" y="4813300"/>
            <a:ext cx="156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Fustat"/>
                <a:ea typeface="Fustat"/>
                <a:cs typeface="Fustat"/>
                <a:sym typeface="Fustat"/>
              </a:rPr>
              <a:t>Cashier</a:t>
            </a:r>
            <a:endParaRPr b="1" sz="2800">
              <a:latin typeface="Fustat"/>
              <a:ea typeface="Fustat"/>
              <a:cs typeface="Fustat"/>
              <a:sym typeface="Fust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/>
        </p:nvSpPr>
        <p:spPr>
          <a:xfrm>
            <a:off x="3216900" y="3569550"/>
            <a:ext cx="81966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Fustat"/>
                <a:ea typeface="Fustat"/>
                <a:cs typeface="Fustat"/>
                <a:sym typeface="Fustat"/>
              </a:rPr>
              <a:t>Site Map &amp; Features</a:t>
            </a:r>
            <a:endParaRPr b="1" sz="6000">
              <a:latin typeface="Fustat"/>
              <a:ea typeface="Fustat"/>
              <a:cs typeface="Fustat"/>
              <a:sym typeface="Fust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6575" y="0"/>
            <a:ext cx="4323371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125" y="0"/>
            <a:ext cx="10675557" cy="818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88" y="1097825"/>
            <a:ext cx="14144625" cy="54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75" y="990425"/>
            <a:ext cx="14144625" cy="54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/>
        </p:nvSpPr>
        <p:spPr>
          <a:xfrm>
            <a:off x="3216900" y="3569550"/>
            <a:ext cx="81966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Fustat"/>
                <a:ea typeface="Fustat"/>
                <a:cs typeface="Fustat"/>
                <a:sym typeface="Fustat"/>
              </a:rPr>
              <a:t>Function call diagram</a:t>
            </a:r>
            <a:endParaRPr b="1" sz="6000">
              <a:latin typeface="Fustat"/>
              <a:ea typeface="Fustat"/>
              <a:cs typeface="Fustat"/>
              <a:sym typeface="Fust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700" y="810225"/>
            <a:ext cx="12234975" cy="74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/>
        </p:nvSpPr>
        <p:spPr>
          <a:xfrm>
            <a:off x="317700" y="0"/>
            <a:ext cx="81966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Fustat"/>
                <a:ea typeface="Fustat"/>
                <a:cs typeface="Fustat"/>
                <a:sym typeface="Fustat"/>
              </a:rPr>
              <a:t>Create</a:t>
            </a:r>
            <a:endParaRPr b="1" sz="6000">
              <a:latin typeface="Fustat"/>
              <a:ea typeface="Fustat"/>
              <a:cs typeface="Fustat"/>
              <a:sym typeface="Fustat"/>
            </a:endParaRPr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98875" y="3200400"/>
            <a:ext cx="4986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03550" y="3662525"/>
            <a:ext cx="121500" cy="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35850" y="5900350"/>
            <a:ext cx="108100" cy="1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4525" y="423863"/>
            <a:ext cx="8893725" cy="763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 txBox="1"/>
          <p:nvPr/>
        </p:nvSpPr>
        <p:spPr>
          <a:xfrm>
            <a:off x="0" y="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Read</a:t>
            </a:r>
            <a:endParaRPr b="1" sz="60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625" y="583325"/>
            <a:ext cx="12027125" cy="729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 txBox="1"/>
          <p:nvPr/>
        </p:nvSpPr>
        <p:spPr>
          <a:xfrm>
            <a:off x="0" y="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Update</a:t>
            </a:r>
            <a:endParaRPr b="1" sz="60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800" y="463975"/>
            <a:ext cx="12611001" cy="76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 txBox="1"/>
          <p:nvPr/>
        </p:nvSpPr>
        <p:spPr>
          <a:xfrm>
            <a:off x="0" y="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Delete</a:t>
            </a:r>
            <a:endParaRPr b="1" sz="6000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/>
        </p:nvSpPr>
        <p:spPr>
          <a:xfrm>
            <a:off x="3216900" y="3569550"/>
            <a:ext cx="81966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latin typeface="Fustat"/>
                <a:ea typeface="Fustat"/>
                <a:cs typeface="Fustat"/>
                <a:sym typeface="Fustat"/>
              </a:rPr>
              <a:t>Database Schema</a:t>
            </a:r>
            <a:endParaRPr b="1" sz="6000">
              <a:latin typeface="Fustat"/>
              <a:ea typeface="Fustat"/>
              <a:cs typeface="Fustat"/>
              <a:sym typeface="Fust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latin typeface="Fustat"/>
              <a:ea typeface="Fustat"/>
              <a:cs typeface="Fustat"/>
              <a:sym typeface="Fust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150" y="152400"/>
            <a:ext cx="10446774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/>
        </p:nvSpPr>
        <p:spPr>
          <a:xfrm>
            <a:off x="3216900" y="3569550"/>
            <a:ext cx="81966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Fustat"/>
                <a:ea typeface="Fustat"/>
                <a:cs typeface="Fustat"/>
                <a:sym typeface="Fustat"/>
              </a:rPr>
              <a:t>END</a:t>
            </a:r>
            <a:endParaRPr b="1" sz="6000">
              <a:latin typeface="Fustat"/>
              <a:ea typeface="Fustat"/>
              <a:cs typeface="Fustat"/>
              <a:sym typeface="Fust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